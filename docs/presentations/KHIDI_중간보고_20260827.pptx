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3,481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실시간 통역 자막 누적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플랫폼이 실제로 생성한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284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화상방 입장 기록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협진·상담방 실사용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112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한 회의에서만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2026.07.14 카자흐 파트너 회의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비대면 협진은 2027년 5월 시행 의료해외진출법 개정으로 제도화됩니다 — 우리는 앞서 구축해 파트너 협의에 이미 쓰고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2027.05 의료해외진출법 개정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법과 정책이 우리 쪽으로 오고 있습니다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지금 만든 것이 2027년에 법이 정한 형태가 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5. 26  공포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개정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비대면 진료 허용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  시행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초진 포함 진단·처방 가능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병원급 포함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이 일정이 우리에게 뜻하는 것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우리가 이미 운영 중인 흐름(원격협진방 + 사전상담 → 사후관리)이 2027년 5월부터 법에 적힌 진료 형태가 됩니다 — 법이 안 따라온 실험이 아니라 시행에 맞춰 미리 깔아둔 인프라입니다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절차·방법 위반 시 유치기관 등록취소 조항이 딸려 옵니다 → 「누가·언제·어떤 방식으로 상담했는지」가 기록으로 남는 우리 구조가 그대로 준비 상태입니다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다만 시행 전이므로 현재 우리 원격협진은 「진료」가 아니라 「상담·정보제공」 범위로 운영하고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실시간 통역 자막 3,481건·화상방 입장 284건이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