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FFFFFF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FFFFF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CCFBF1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0.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중심의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353050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3530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우리 타깃은 「미용 대세」의 예외 구역,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명(순위 11위→13위 하락, 증가율 +4.9%로 상위 15개국 중 최저)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명(9위→11위 하락. 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기록·추적.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(healwith.co.kr/ru)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화면: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안내: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접수: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원격협진: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협의.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협의.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화상상담 실제 진행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2명 이상 입장 · 시험 제외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6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제2의료소견 확보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이대서울 · 이대목동 · 면력한방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환자에게 전달 완료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러시아어 번역본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「외국인환자 사전·사후관리」를 명시적으로 허용합니다.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화면: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깔때기: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구성: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1.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(러시아어 · 카자흐어)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402110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「치료를 실제로 받은 환자」에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결제,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보유: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(홍보영상 2편·SNS 소재 제작)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·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신설: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「의료지식ㆍ기술 지원」과 「환자 건강ㆍ질병 상담ㆍ교육」을 하도록 이미 허용합니다.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「사전·사후관리」로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화상상담 15회·제2의료소견 6건이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