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8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3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FFFFFF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FFFFF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CCFBF1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0.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화면 전환 완료(번역 문구 1,753개)·원격협진·AI 상담·성과 대시보드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중심의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353050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3530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우리 타깃은 「미용 대세」의 예외 구역,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명(순위 11위→13위 하락, 증가율 +4.9%로 상위 15개국 중 최저)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명(9위→11위 하락. 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기록·추적.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(healwith.co.kr/ru)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화면: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안내: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접수: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원격협진: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협의.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협의.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화상상담 실제 진행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2명 이상 입장 · 시험 제외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6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제2의료소견 확보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이대서울 · 이대목동 · 면력한방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환자에게 전달 완료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러시아어 번역본 포함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의료해외진출법 제16조가 「외국인환자 사전·사후관리」를 명시적으로 허용합니다. 지금 하는 일이 곧 법에 적힌 그 행위입니다.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화면: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깔때기: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· 2026-08-20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-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플랫폼 자동 집계는 7건입니다: 영상 사전상담 1건(카자흐, 08.03) · 서면 소견 전달 6건(키르기스 2 · 카자흐 1 · 이대서울 1(08.20) · 플랫폼 도입 이전 상담 소급 등록 2) · 사후관리 0건. 표의 15건은 월간 업무보고 기준으로 플랫폼 밖 상담까지 포함한 수치입니다.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사후관리 3대 서비스, 전부 만들어 놨습니다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실환자만 들어오면 추가 개발 없이 즉시 가동됩니다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05000"/>
            <a:ext cx="3200400" cy="18796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57400"/>
            <a:ext cx="2946400" cy="162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④ 사후 경과 모니터링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치료완료일 넣으면 7단계 일정 자동 생성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(D+7·10·14·30·90·180·365)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증상 보고를 AI가 위험도 4단계로 판정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응급 키워드 한·영·러·카자흐 인식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현지 병원 경과기록 업로드 창구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05000"/>
            <a:ext cx="3200400" cy="1879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57400"/>
            <a:ext cx="2946400" cy="162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⑤ 교육 콘텐츠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암종 5종 × 치료단계 3개 = 18건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6개 언어 제공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사후관리 일정에 맞춰 자동 배포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암종·경과일 두 값으로 자동 선별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(별도 진료정보 필요 없음)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05000"/>
            <a:ext cx="3225800" cy="1879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57400"/>
            <a:ext cx="2971800" cy="162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⑥ 재이용 예약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경과·증상을 근거로 재예약 필요 여부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자동 판정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판정 근거와 권장 시점 동시 산출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환자 화면에서 직접 확인·수락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89400"/>
            <a:ext cx="10363200" cy="15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시험환경 실데이터로 확인한 것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위암 치료완료 8/01 넣으니 7단계가 그대로 생성됨. 「피를 토했습니다」 0.95 응급, 러시아어·카자흐어 응급 문장도 0.95로 같게 판정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교육자료는 위암 1주차 러시아어 5건·2주차 카자흐어 2건이 조회되고 환자 달력에 「교육 자료」로 표시됨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재이용은 치료 35일 경과 건에만 제안이 뜨고 2일 경과 건에는 안 뜸(헛제안 없음). 응급 증상은 당일 예약 제안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사전상담·사후관리·재이용 전 구간을 구축 완료하고 시험환경에서 정상 작동을 확인했습니다.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1.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(러시아어 · 카자흐어)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의료해외진출법 16조가 정한 행위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CCFBF1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CCFBF1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사업진출 SWOT 분석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카자흐스탄 시장 · 2026-08 기준</a:t>
            </a:r>
          </a:p>
        </p:txBody>
      </p:sp>
      <p:pic>
        <p:nvPicPr>
          <p:cNvPr id="3" name="Picture 2" descr="sw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1600200"/>
            <a:ext cx="6959600" cy="402110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상급 종합병원 진료 15% · 검진 20% · 협력 병·의원 별도 협의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     외국인 환자를 유치할 경우 병원으로부터 수수료가 발생합니다. 지금 유일한 매출원입니다.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F7F7F"/>
                </a:solidFill>
                <a:latin typeface="에스코어 드림 4 Regular"/>
              </a:rPr>
              <a:t>② 플랫폼 이용료  월 구독형 비즈니스 모델 확장 (지금은 받지 않음)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     제휴 의료기관에 필요한 편의 기능을 더해 수익성을 넓힙니다. 유료화 여부는 2027년 판단.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「치료를 실제로 받은 환자」에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결제,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-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보유: 세금계산서·영수증·계약서 · 2026-08-19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(홍보영상 2편·SNS 소재 제작)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·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정책 방향과 우리 서비스의 위치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현행법 안에서 운영 중이며, 정책은 같은 방향으로 넓어지고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지금  운영 중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의료해외진출법 제16조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외국인환자 사전ㆍ사후관리 (상담·교육)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5. 27  범위 확대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제16조의2 신설: 비대면 진료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진단ㆍ처방까지 · 의원급·병원급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세 가지가 같은 방향을 가리킵니다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의료해외진출법 제16조는 유치의료기관 소속 의료진이 국외 의료인에게 「의료지식ㆍ기술 지원」과 「환자 건강ㆍ질병 상담ㆍ교육」을 하도록 이미 허용합니다. 조문 제목이 「외국인환자 사전ㆍ사후관리」로 우리 사업명과 같습니다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「사전·사후관리」로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「누가·언제·어떤 방식으로 상담했는지」가 기록으로 남는 구조라, 표준 운영체계가 확정되면 그대로 맞춰 넣을 수 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제도가 넓어질 때 새로 만들 것이 아니라, 이미 돌아가는 것을 그대로 확산하면 되는 위치에 있습니다.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화상상담 15회·제2의료소견 6건이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