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3,481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누적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«외국인환자 사전·사후관리»를 명시적으로 허용합니다 —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1651000"/>
            <a:ext cx="5562600" cy="401743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 —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«의료지식ㆍ기술 지원»과 «환자 건강ㆍ질병 상담ㆍ교육»을 하도록 이미 허용합니다 —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3,481건·화상방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