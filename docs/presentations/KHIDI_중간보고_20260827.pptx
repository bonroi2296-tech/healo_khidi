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FFFFF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CCFBF1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0.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중심의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353050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3530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우리 타깃은 「미용 대세」의 예외 구역,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명(순위 11위→13위 하락, 증가율 +4.9%로 상위 15개국 중 최저)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명(9위→11위 하락. 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기록·추적.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(healwith.co.kr/ru)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화면: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안내: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접수: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원격협진: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협의.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협의.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「외국인환자 사전·사후관리」를 명시적으로 허용합니다.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화면: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깔때기: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구성: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1.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(러시아어 · 카자흐어)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상급종합병원 15% (검진 20%) · 참여 한방병원 별도 협의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연결한 환자가 실제로 치료를 받으면 병원에서 받습니다. 지금 유일한 매출원입니다.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F7F7F"/>
                </a:solidFill>
                <a:latin typeface="에스코어 드림 4 Regular"/>
              </a:rPr>
              <a:t>② 플랫폼 이용료  향후 검토 (지금은 받지 않음)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제휴 의료기관이 늘어난 뒤 월 구독형 도입 여부를 2027년에 판단합니다.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「치료를 실제로 받은 환자」에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결제,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보유: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(홍보영상 2편·SNS 소재 제작)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·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신설: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「의료지식ㆍ기술 지원」과 「환자 건강ㆍ질병 상담ㆍ교육」을 하도록 이미 허용합니다.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「사전·사후관리」로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