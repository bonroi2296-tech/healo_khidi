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FFFFFF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FFFFFF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CCFBF1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0.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중심의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353050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3530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우리 타깃은 「미용 대세」의 예외 구역,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명(순위 11위→13위 하락, 증가율 +4.9%로 상위 15개국 중 최저)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명(9위→11위 하락. 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기록·추적.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(healwith.co.kr/ru)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화면: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안내: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접수: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원격협진: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협의.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협의.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「외국인환자 사전·사후관리」를 명시적으로 허용합니다.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화면: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깔때기: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구성: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1.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(러시아어 · 카자흐어)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CCFBF1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402110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상급 종합병원 진료 15% · 검진 20% · 협력 병·의원 별도 협의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외국인 환자를 유치할 경우 병원으로부터 수수료가 발생합니다. 지금 유일한 매출원입니다.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F7F7F"/>
                </a:solidFill>
                <a:latin typeface="에스코어 드림 4 Regular"/>
              </a:rPr>
              <a:t>② 플랫폼 이용료  월 구독형 비즈니스 모델 확장 (지금은 받지 않음)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     제휴 의료기관에 필요한 편의 기능을 더해 수익성을 넓힙니다. 유료화 여부는 2027년 판단.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「치료를 실제로 받은 환자」에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결제,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-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보유: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(홍보영상 2편·SNS 소재 제작)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·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CCFBF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신설: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「의료지식ㆍ기술 지원」과 「환자 건강ㆍ질병 상담ㆍ교육」을 하도록 이미 허용합니다.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「사전·사후관리」로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FFFFFF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