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000000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 —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 —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492750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4927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우리 타깃은 「미용 대세」의 예외 구역 —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 — 순위 11위→13위 하락, 증가율 +4.9%로 상위 15개국 중 최저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 — 9위→11위 하락 (인원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 —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— healwith.co.kr/ru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 —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 —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 —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 —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 —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 —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3,481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실시간 통역 자막 누적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플랫폼이 실제로 생성한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284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화상방 입장 기록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협진·상담방 실사용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112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한 회의에서만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2026.07.14 카자흐 파트너 회의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«외국인환자 사전·사후관리»를 명시적으로 허용합니다 —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 —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 —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—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 —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 —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— 러시아어 · 카자흐어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—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1600200"/>
            <a:ext cx="6959600" cy="502637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«치료를 실제로 받은 환자»에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 —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 —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— 홍보영상 2편·SNS 소재 제작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—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 —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«의료지식ㆍ기술 지원»과 «환자 건강ㆍ질병 상담ㆍ교육»을 하도록 이미 허용합니다 —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 —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실시간 통역 자막 3,481건·화상방 입장 284건이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