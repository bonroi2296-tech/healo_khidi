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000000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 —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 —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492750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4927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우리 타깃은 「미용 대세」의 예외 구역 —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 — 순위 11위→13위 하락, 증가율 +4.9%로 상위 15개국 중 최저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 — 9위→11위 하락 (인원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 —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— healwith.co.kr/ru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 —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 —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 —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 —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 —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 —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화상상담 실제 진행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2명 이상 입장 · 시험 제외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6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제2의료소견 확보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이대서울 · 이대목동 · 면력한방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환자에게 전달 완료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러시아어 번역본 포함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의료해외진출법 제16조가 «외국인환자 사전·사후관리»를 명시적으로 허용합니다 — 지금 하는 일이 곧 법에 적힌 그 행위입니다.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 —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 —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—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 —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 —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— 러시아어 · 카자흐어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—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의료해외진출법 16조가 정한 행위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사업진출 SWOT 분석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카자흐스탄 시장 · 2026-08 기준</a:t>
            </a:r>
          </a:p>
        </p:txBody>
      </p:sp>
      <p:pic>
        <p:nvPicPr>
          <p:cNvPr id="3" name="Picture 2" descr="sw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1600200"/>
            <a:ext cx="6959600" cy="402110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치료비의 15~30% (법정 상한 내)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② 플랫폼 이용료  월 50~100만원 / 기관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③ 의료관광 패키지  건당 100~200만원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«치료를 실제로 받은 환자»에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 —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 —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— 홍보영상 2편·SNS 소재 제작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—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정책 방향과 우리 서비스의 위치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현행법 안에서 운영 중이며, 정책은 같은 방향으로 넓어지고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지금  운영 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의료해외진출법 제16조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외국인환자 사전ㆍ사후관리 (상담·교육)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5. 27  범위 확대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제16조의2 신설 — 비대면 진료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진단ㆍ처방까지 · 의원급·병원급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세 가지가 같은 방향을 가리킵니다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의료해외진출법 제16조는 유치의료기관 소속 의료진이 국외 의료인에게 «의료지식ㆍ기술 지원»과 «환자 건강ㆍ질병 상담ㆍ교육»을 하도록 이미 허용합니다 — 조문 제목이 「외국인환자 사전ㆍ사후관리」로 우리 사업명과 같습니다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 —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「누가·언제·어떤 방식으로 상담했는지」가 기록으로 남는 구조라, 표준 운영체계가 확정되면 그대로 맞춰 넣을 수 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제도가 넓어질 때 새로 만들 것이 아니라, 이미 돌아가는 것을 그대로 확산하면 되는 위치에 있습니다.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화상상담 15회·제2의료소견 6건이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