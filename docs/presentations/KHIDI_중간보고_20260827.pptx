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3,481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실시간 통역 자막 누적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플랫폼이 실제로 생성한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284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화상방 입장 기록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협진·상담방 실사용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112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한 회의에서만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2026.07.14 카자흐 파트너 회의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의료법 제34조가 정한 의사-의사 협진 형태로 지금도 적법하게 운영 중이며, 2027년 5월 개정으로 외국인환자 적용 범위가 넓어집니다.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현행 의료법 34조 안에서 운영 중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의료법 제34조 의사-의사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원격협진 · 사전상담 · 사후관리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  적용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개정 시행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적용 범위 확대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지금 운영하는 원격협진은 의료 판단을 참여기관 의료진이 단독으로 하고 플랫폼은 정보 전달·일정 관리만 맡는 「의사-의사 협진」 구조입니다 — 현행 의료법 제34조가 정한 형태 그대로입니다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실시간 통역 자막 3,481건·화상방 입장 284건이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